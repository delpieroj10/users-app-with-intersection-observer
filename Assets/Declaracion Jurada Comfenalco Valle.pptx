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7199313" cy="10194925"/>
  <p:notesSz cx="7874000" cy="101346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97" userDrawn="1">
          <p15:clr>
            <a:srgbClr val="A4A3A4"/>
          </p15:clr>
        </p15:guide>
        <p15:guide id="2" pos="1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3108" y="66"/>
      </p:cViewPr>
      <p:guideLst>
        <p:guide orient="horz" pos="2897"/>
        <p:guide pos="19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9886" rtl="0" eaLnBrk="1" latinLnBrk="0" hangingPunct="1">
        <a:spcBef>
          <a:spcPct val="0"/>
        </a:spcBef>
        <a:buNone/>
        <a:defRPr sz="44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4957" indent="-344957" algn="l" defTabSz="919886" rtl="0" eaLnBrk="1" latinLnBrk="0" hangingPunct="1">
        <a:spcBef>
          <a:spcPct val="20000"/>
        </a:spcBef>
        <a:buFont typeface="Arial" pitchFamily="34" charset="0"/>
        <a:buChar char="•"/>
        <a:defRPr sz="3219" kern="1200">
          <a:solidFill>
            <a:schemeClr val="tx1"/>
          </a:solidFill>
          <a:latin typeface="+mn-lt"/>
          <a:ea typeface="+mn-ea"/>
          <a:cs typeface="+mn-cs"/>
        </a:defRPr>
      </a:lvl1pPr>
      <a:lvl2pPr marL="747408" indent="-287465" algn="l" defTabSz="919886" rtl="0" eaLnBrk="1" latinLnBrk="0" hangingPunct="1">
        <a:spcBef>
          <a:spcPct val="20000"/>
        </a:spcBef>
        <a:buFont typeface="Arial" pitchFamily="34" charset="0"/>
        <a:buChar char="–"/>
        <a:defRPr sz="2817" kern="1200">
          <a:solidFill>
            <a:schemeClr val="tx1"/>
          </a:solidFill>
          <a:latin typeface="+mn-lt"/>
          <a:ea typeface="+mn-ea"/>
          <a:cs typeface="+mn-cs"/>
        </a:defRPr>
      </a:lvl2pPr>
      <a:lvl3pPr marL="1149858" indent="-229972" algn="l" defTabSz="919886" rtl="0" eaLnBrk="1" latinLnBrk="0" hangingPunct="1">
        <a:spcBef>
          <a:spcPct val="20000"/>
        </a:spcBef>
        <a:buFont typeface="Arial" pitchFamily="34" charset="0"/>
        <a:buChar char="•"/>
        <a:defRPr sz="2414" kern="1200">
          <a:solidFill>
            <a:schemeClr val="tx1"/>
          </a:solidFill>
          <a:latin typeface="+mn-lt"/>
          <a:ea typeface="+mn-ea"/>
          <a:cs typeface="+mn-cs"/>
        </a:defRPr>
      </a:lvl3pPr>
      <a:lvl4pPr marL="1609801" indent="-229972" algn="l" defTabSz="919886" rtl="0" eaLnBrk="1" latinLnBrk="0" hangingPunct="1">
        <a:spcBef>
          <a:spcPct val="20000"/>
        </a:spcBef>
        <a:buFont typeface="Arial" pitchFamily="34" charset="0"/>
        <a:buChar char="–"/>
        <a:defRPr sz="2012" kern="1200">
          <a:solidFill>
            <a:schemeClr val="tx1"/>
          </a:solidFill>
          <a:latin typeface="+mn-lt"/>
          <a:ea typeface="+mn-ea"/>
          <a:cs typeface="+mn-cs"/>
        </a:defRPr>
      </a:lvl4pPr>
      <a:lvl5pPr marL="2069744" indent="-229972" algn="l" defTabSz="919886" rtl="0" eaLnBrk="1" latinLnBrk="0" hangingPunct="1">
        <a:spcBef>
          <a:spcPct val="20000"/>
        </a:spcBef>
        <a:buFont typeface="Arial" pitchFamily="34" charset="0"/>
        <a:buChar char="»"/>
        <a:defRPr sz="2012" kern="1200">
          <a:solidFill>
            <a:schemeClr val="tx1"/>
          </a:solidFill>
          <a:latin typeface="+mn-lt"/>
          <a:ea typeface="+mn-ea"/>
          <a:cs typeface="+mn-cs"/>
        </a:defRPr>
      </a:lvl5pPr>
      <a:lvl6pPr marL="2529688" indent="-229972" algn="l" defTabSz="919886" rtl="0" eaLnBrk="1" latinLnBrk="0" hangingPunct="1">
        <a:spcBef>
          <a:spcPct val="20000"/>
        </a:spcBef>
        <a:buFont typeface="Arial" pitchFamily="34" charset="0"/>
        <a:buChar char="•"/>
        <a:defRPr sz="2012" kern="1200">
          <a:solidFill>
            <a:schemeClr val="tx1"/>
          </a:solidFill>
          <a:latin typeface="+mn-lt"/>
          <a:ea typeface="+mn-ea"/>
          <a:cs typeface="+mn-cs"/>
        </a:defRPr>
      </a:lvl6pPr>
      <a:lvl7pPr marL="2989631" indent="-229972" algn="l" defTabSz="919886" rtl="0" eaLnBrk="1" latinLnBrk="0" hangingPunct="1">
        <a:spcBef>
          <a:spcPct val="20000"/>
        </a:spcBef>
        <a:buFont typeface="Arial" pitchFamily="34" charset="0"/>
        <a:buChar char="•"/>
        <a:defRPr sz="2012" kern="1200">
          <a:solidFill>
            <a:schemeClr val="tx1"/>
          </a:solidFill>
          <a:latin typeface="+mn-lt"/>
          <a:ea typeface="+mn-ea"/>
          <a:cs typeface="+mn-cs"/>
        </a:defRPr>
      </a:lvl7pPr>
      <a:lvl8pPr marL="3449574" indent="-229972" algn="l" defTabSz="919886" rtl="0" eaLnBrk="1" latinLnBrk="0" hangingPunct="1">
        <a:spcBef>
          <a:spcPct val="20000"/>
        </a:spcBef>
        <a:buFont typeface="Arial" pitchFamily="34" charset="0"/>
        <a:buChar char="•"/>
        <a:defRPr sz="2012" kern="1200">
          <a:solidFill>
            <a:schemeClr val="tx1"/>
          </a:solidFill>
          <a:latin typeface="+mn-lt"/>
          <a:ea typeface="+mn-ea"/>
          <a:cs typeface="+mn-cs"/>
        </a:defRPr>
      </a:lvl8pPr>
      <a:lvl9pPr marL="3909517" indent="-229972" algn="l" defTabSz="919886" rtl="0" eaLnBrk="1" latinLnBrk="0" hangingPunct="1">
        <a:spcBef>
          <a:spcPct val="20000"/>
        </a:spcBef>
        <a:buFont typeface="Arial" pitchFamily="34" charset="0"/>
        <a:buChar char="•"/>
        <a:defRPr sz="20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9886" rtl="0" eaLnBrk="1" latinLnBrk="0" hangingPunct="1">
        <a:defRPr sz="1811" kern="1200">
          <a:solidFill>
            <a:schemeClr val="tx1"/>
          </a:solidFill>
          <a:latin typeface="+mn-lt"/>
          <a:ea typeface="+mn-ea"/>
          <a:cs typeface="+mn-cs"/>
        </a:defRPr>
      </a:lvl1pPr>
      <a:lvl2pPr marL="459943" algn="l" defTabSz="919886" rtl="0" eaLnBrk="1" latinLnBrk="0" hangingPunct="1">
        <a:defRPr sz="1811" kern="1200">
          <a:solidFill>
            <a:schemeClr val="tx1"/>
          </a:solidFill>
          <a:latin typeface="+mn-lt"/>
          <a:ea typeface="+mn-ea"/>
          <a:cs typeface="+mn-cs"/>
        </a:defRPr>
      </a:lvl2pPr>
      <a:lvl3pPr marL="919886" algn="l" defTabSz="919886" rtl="0" eaLnBrk="1" latinLnBrk="0" hangingPunct="1">
        <a:defRPr sz="1811" kern="1200">
          <a:solidFill>
            <a:schemeClr val="tx1"/>
          </a:solidFill>
          <a:latin typeface="+mn-lt"/>
          <a:ea typeface="+mn-ea"/>
          <a:cs typeface="+mn-cs"/>
        </a:defRPr>
      </a:lvl3pPr>
      <a:lvl4pPr marL="1379830" algn="l" defTabSz="919886" rtl="0" eaLnBrk="1" latinLnBrk="0" hangingPunct="1">
        <a:defRPr sz="1811" kern="1200">
          <a:solidFill>
            <a:schemeClr val="tx1"/>
          </a:solidFill>
          <a:latin typeface="+mn-lt"/>
          <a:ea typeface="+mn-ea"/>
          <a:cs typeface="+mn-cs"/>
        </a:defRPr>
      </a:lvl4pPr>
      <a:lvl5pPr marL="1839773" algn="l" defTabSz="919886" rtl="0" eaLnBrk="1" latinLnBrk="0" hangingPunct="1">
        <a:defRPr sz="1811" kern="1200">
          <a:solidFill>
            <a:schemeClr val="tx1"/>
          </a:solidFill>
          <a:latin typeface="+mn-lt"/>
          <a:ea typeface="+mn-ea"/>
          <a:cs typeface="+mn-cs"/>
        </a:defRPr>
      </a:lvl5pPr>
      <a:lvl6pPr marL="2299716" algn="l" defTabSz="919886" rtl="0" eaLnBrk="1" latinLnBrk="0" hangingPunct="1">
        <a:defRPr sz="1811" kern="1200">
          <a:solidFill>
            <a:schemeClr val="tx1"/>
          </a:solidFill>
          <a:latin typeface="+mn-lt"/>
          <a:ea typeface="+mn-ea"/>
          <a:cs typeface="+mn-cs"/>
        </a:defRPr>
      </a:lvl6pPr>
      <a:lvl7pPr marL="2759659" algn="l" defTabSz="919886" rtl="0" eaLnBrk="1" latinLnBrk="0" hangingPunct="1">
        <a:defRPr sz="1811" kern="1200">
          <a:solidFill>
            <a:schemeClr val="tx1"/>
          </a:solidFill>
          <a:latin typeface="+mn-lt"/>
          <a:ea typeface="+mn-ea"/>
          <a:cs typeface="+mn-cs"/>
        </a:defRPr>
      </a:lvl7pPr>
      <a:lvl8pPr marL="3219602" algn="l" defTabSz="919886" rtl="0" eaLnBrk="1" latinLnBrk="0" hangingPunct="1">
        <a:defRPr sz="1811" kern="1200">
          <a:solidFill>
            <a:schemeClr val="tx1"/>
          </a:solidFill>
          <a:latin typeface="+mn-lt"/>
          <a:ea typeface="+mn-ea"/>
          <a:cs typeface="+mn-cs"/>
        </a:defRPr>
      </a:lvl8pPr>
      <a:lvl9pPr marL="3679546" algn="l" defTabSz="919886" rtl="0" eaLnBrk="1" latinLnBrk="0" hangingPunct="1">
        <a:defRPr sz="18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62B7969E-A23B-4705-BFEB-74917D3B4EFA}"/>
              </a:ext>
            </a:extLst>
          </p:cNvPr>
          <p:cNvGrpSpPr/>
          <p:nvPr/>
        </p:nvGrpSpPr>
        <p:grpSpPr>
          <a:xfrm>
            <a:off x="-13120" y="-12420"/>
            <a:ext cx="7261282" cy="10207345"/>
            <a:chOff x="-13120" y="-12420"/>
            <a:chExt cx="7261282" cy="10207345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A054037F-229E-408F-9012-E51DF83574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949"/>
            <a:stretch/>
          </p:blipFill>
          <p:spPr>
            <a:xfrm>
              <a:off x="-13120" y="-12420"/>
              <a:ext cx="7261282" cy="10207345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8CD99C3C-34DB-4C33-9F47-FDEC347DF456}"/>
                </a:ext>
              </a:extLst>
            </p:cNvPr>
            <p:cNvPicPr/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34" t="13406" r="23808" b="59733"/>
            <a:stretch/>
          </p:blipFill>
          <p:spPr>
            <a:xfrm>
              <a:off x="1542256" y="7002462"/>
              <a:ext cx="1264920" cy="7306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4784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</dc:creator>
  <cp:lastModifiedBy>Jean Piero Parra</cp:lastModifiedBy>
  <cp:revision>17</cp:revision>
  <dcterms:modified xsi:type="dcterms:W3CDTF">2026-01-29T02:53:33Z</dcterms:modified>
</cp:coreProperties>
</file>